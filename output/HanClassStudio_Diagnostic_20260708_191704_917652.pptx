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will learn: 第1课 您好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lesson, you will be able to:
你好！
您好！
一、二、三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你 with friends and classmates.
Use 您 with teachers and elders.
Practice: greet your classmate vs greet your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 to the dialogue, then practice with your classmate.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
你好 ↔ nǐ hǎo
您好 ↔ nín hǎo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review what we learned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33333"/>
                </a:solidFill>
              </a:rPr>
              <a:t>第1课 您好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</a:rPr>
              <a:t>• 你好！
您好！
一、二、三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09728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33333"/>
                </a:solidFill>
              </a:rPr>
              <a:t>你好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175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9999"/>
                </a:solidFill>
              </a:rPr>
              <a:t>nǐ hǎo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49039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مرحبًا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09728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33333"/>
                </a:solidFill>
              </a:rPr>
              <a:t>您好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175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9999"/>
                </a:solidFill>
              </a:rPr>
              <a:t>nín hǎo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49039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مرحبًا / تحية رسمية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02920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33333"/>
                </a:solidFill>
              </a:rPr>
              <a:t>你好！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حضرتك / أنتَ باحترام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914400"/>
            <a:ext cx="502920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33333"/>
                </a:solidFill>
              </a:rPr>
              <a:t>您好！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مع الأصدقاء و الزملاء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</a:rPr>
              <a:t>A：你好！
B：你好！
A：您好，老师！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</a:rPr>
              <a:t>你好 ↔ nǐ hǎo
您好 ↔ nín hǎo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课堂小结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</a:rPr>
              <a:t>☐ 你好！
您好！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